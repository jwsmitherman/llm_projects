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CPMS Non-Identity Records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Evaluating a Lower Identity-Match Threshold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did, what we found, and what remains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IDEN-43344  ·  Spike  ·  PCIS Identity ART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Solve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CPMS party records are created off other filings and encounters, so today they cannot form a standalone identity.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million such records sit in 'non-identity' status. Many appear to be real people already in our system.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scoring model compares each record to existing people; today it needs a very high score (0.98) to call it a match.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of these records fall just short — 'near matches' — so we are likely missing real matches (false negatives).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should we lower the threshold so these records form identities — and what risk does that create?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Records Get Stuck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needs strong ID numbers to be confident. On real CPMS data, those fields are mostly empty.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00200"/>
          <a:ext cx="60350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18288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(first / middle / last)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birth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A-number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Fingerprint ID (FIN)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i94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1645920"/>
            <a:ext cx="4389120" cy="2926080"/>
          </a:xfrm>
          <a:prstGeom prst="roundRect">
            <a:avLst>
              <a:gd name="adj" fmla="val 2500"/>
            </a:avLst>
          </a:prstGeom>
          <a:solidFill>
            <a:srgbClr val="F7EEEE"/>
          </a:solidFill>
          <a:ln w="12700">
            <a:solidFill>
              <a:srgbClr val="E8D5D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60920" y="1874520"/>
            <a:ext cx="39319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consequence
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records for the same person agree on name and date of birth. With no A-number or SSN to confirm it, the score lands just under 0.98 — and a real match is missed.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— measured on production data; matches the prior Feature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repeatable analysis in Databricks over three production snapshots — the party records, every scored match, and today's identities. Read-only; nothing written back.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Unpacked deeply nested source records and paired every model comparison so each row is one record-to-record match with its score.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what actually agrees on each pair (name, DOB, A-number, SSN) — so a strong match can be told from a weak one.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identity-level checks to catch wrongful merges, and a data-quality pass for placeholder values.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sweep every threshold from 0.98 to 0.90 and output tables, charts, and an Excel workbook.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 &amp; Measure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60704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Thresholds: 0.98 (today) down to 0.90 (floor). Operating point under review: 0.94.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(the gain) — of the true matches that exist, how many we recover.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(the risk) — of the matches we accept, how many are actually correct.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Over-merge — whether lowering the bar wrongly fuses separate people into one identity.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Name+DOB-only break-even — where matches resting on name and DOB alone stop producing errors.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Trade-off Behaves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pull in opposite directions. Blue (recall) = how many real matches we catch — rises as we lower the bar. Red (precision) = how many accepted matches are correct — falls as we lower the bar. You can't maximize both; the threshold picks the balance.</a:t>
            </a:r>
            <a:endParaRPr lang="en-US" sz="1300" dirty="0"/>
          </a:p>
        </p:txBody>
      </p:sp>
      <p:pic>
        <p:nvPicPr>
          <p:cNvPr id="4" name="Image 0" descr="/home/claude/chart_illustrative_trade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828800"/>
            <a:ext cx="7772400" cy="43891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schematic — direction of the trade-off, not measured CPMS values.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Recovery by Threshold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= how many of the 1.1M stuck records would be reunited with a person at that threshold. Lower threshold → more recovered (0.98: ~165k → 0.90: ~814k). This shows only the upside; the risk of wrong merges is on the next slides.</a:t>
            </a:r>
            <a:endParaRPr lang="en-US" sz="1300" dirty="0"/>
          </a:p>
        </p:txBody>
      </p:sp>
      <p:pic>
        <p:nvPicPr>
          <p:cNvPr id="4" name="Image 0" descr="/home/claude/sim_recove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828800"/>
            <a:ext cx="740664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projection anchored on real points (0.98 and 0.90). Middle values pending the validated run.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 vs 0.90 — Simulated Trade-off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candidate settings side by side. 0.90 recovers more records (74% vs 55%) but costs more: more matches sent to human review, and a higher share of wrong merges. 0.94 recovers less but is safer and cheaper to operate.</a:t>
            </a:r>
            <a:endParaRPr lang="en-US" sz="1300" dirty="0"/>
          </a:p>
        </p:txBody>
      </p:sp>
      <p:pic>
        <p:nvPicPr>
          <p:cNvPr id="4" name="Image 0" descr="/home/claude/sim_head2h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828800"/>
            <a:ext cx="7406640" cy="4206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1264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projection for discussion. Actual values pending the validated CPMS run.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Staging Result — Identity Size Change (Real)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team actually lowered to 0.90 in staging, this is how identity sizes changed. Most (650k, 'Acceptable') grew only a little — healthy. The small bars on the right ('Bigger/Huge Gain') are the ones to audit: identities that ballooned, a sign of possible wrong merges. Log scale — those cases are rare.</a:t>
            </a:r>
            <a:endParaRPr lang="en-US" sz="1300" dirty="0"/>
          </a:p>
        </p:txBody>
      </p:sp>
      <p:pic>
        <p:nvPicPr>
          <p:cNvPr id="4" name="Image 0" descr="/home/claude/chart_prior_netg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4560" y="1828800"/>
            <a:ext cx="7772400" cy="4297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— team's staging analysis of lowering 0.98 to 0.90.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Verification — False-Positive Rate (Real)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dot is the measured error rate from manual review: 1 wrong merge in 2,237 pairs (~0.045%). The whiskers are the uncertainty — with only one error found, the true rate could be up to ~0.25%. Read it as 'low, but don't treat 0.045% as exact.'</a:t>
            </a:r>
            <a:endParaRPr lang="en-US" sz="1300" dirty="0"/>
          </a:p>
        </p:txBody>
      </p:sp>
      <p:pic>
        <p:nvPicPr>
          <p:cNvPr id="4" name="Image 0" descr="/home/claude/chart_prior_f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7440" y="1828800"/>
            <a:ext cx="740664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12064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~0.045% observed (1 wrong merge in 2,237 reviewed). With a single error, plan for up to ~0.25%.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~848k records placed into identities, that implies roughly 380–2,100 wrong merges to monitor.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Smarter Rule, Not Just a Lower Number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0.94 AND a strong ID (A-number / SSN / FIN) agrees  →  accept (corroborated).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0.98  →  accept (today's rule still stands on its own).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0.94 but only name + DOB agree  →  hold for review (thin evidence).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A-number agrees but DOB clearly differs  →  hold for review (the father/son pattern).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recovers nearly all the missed matches while refusing to auto-merge the cases that caused known errors.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 &amp; What's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B2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5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pipeline is built and runs end to end. Root-cause (sparse identifiers) and the data-quality issue are validated on real data. The full-scale run is constrained by long runtime and cluster instability on the production-size nested data — performance tuning is underway.</a:t>
            </a:r>
            <a:endParaRPr lang="en-US" sz="145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endParaRPr lang="en-US" sz="145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5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Complete one validated full run for the CPMS-specific precision, recall, and false-positive numbers.</a:t>
            </a:r>
            <a:endParaRPr lang="en-US" sz="145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Load the 2,237 reviewed pairs to compute the real false-positive rate and the name+DOB break-even.</a:t>
            </a:r>
            <a:endParaRPr lang="en-US" sz="145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Reconcile against the prior staging analysis as a correctness check.</a:t>
            </a:r>
            <a:endParaRPr lang="en-US" sz="1450" dirty="0"/>
          </a:p>
          <a:p>
            <a:pPr indent="0" marL="0">
              <a:lnSpc>
                <a:spcPts val="24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Bring a recommendation — 0.94 with the corroboration safeguard — to OIT / IIMD.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822960" y="5989320"/>
            <a:ext cx="10607040" cy="640080"/>
          </a:xfrm>
          <a:prstGeom prst="roundRect">
            <a:avLst>
              <a:gd name="adj" fmla="val 8571"/>
            </a:avLst>
          </a:prstGeom>
          <a:solidFill>
            <a:srgbClr val="EAF0FA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6053328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marked SIMULATED are projections; final numbers require the validated run. Fill rates, DOB quality, and prior staging figures are real.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2026-07-28T17:52:44Z</dcterms:created>
  <dcterms:modified xsi:type="dcterms:W3CDTF">2026-07-28T17:52:44Z</dcterms:modified>
</cp:coreProperties>
</file>