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necessity documentation -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77,525 non-emergent ground orders classified against CMS criteria  |  2024 to present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Necessity 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scope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clearly_necessary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named CMS reason is documented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38,917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 signal, or text no rule could read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22,298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clearly_not_necessary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clinical reason documented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16,310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38328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of non-emergent ground orders already carry a defensible, CMS-aligned reason for transport.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 five carry no clinical reason at all - the clearest documentation exposure.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29% is the middle to work down: weak wording, or text the current keyword rules cannot read.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Necessity reflects documentation on the order at the time it was placed, measured against CMS criteria - not a clinical review or a prediction of payment.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exposure sits - by level of service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Necessity rate within each requested level of service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728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874520"/>
                <a:gridCol w="1874520"/>
                <a:gridCol w="1874520"/>
                <a:gridCol w="18745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of service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necessary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BLS (basic life support)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40,282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 (advanced life support)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16,367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CCT (critical care)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BLS-C (concierge)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1,866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 (wheelchair)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11480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BLS and ALS are the volume - 56,649 orders, 73% of scope - and both document a clear reason around 61-62% of the time.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Higher-acuity CCT documents best, at 77.8%.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Wheelchair is 98.6% indeterminate because it is not an ambulance - CMS ambulance concepts do not apply, and it should be scoped out (see final slide).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indeterminate middle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29% between clearly necessary and clearly not - and what it is made of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 reason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scope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text_unmatched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entered, but no keyword rule could read 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10,593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weak_or_inferred_only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soft or inferred signals present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11,705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2926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text_unmatched is the language-model target: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nurse wrote something, but term matching could not read it. A language model can - this is the concrete case for moving beyond keywords.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3749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weak_or_inferred_only is the SME-review set: </a:t>
            </a:r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resting only on inferred concepts, where clearer documentation prompts and SME validation would move them to a decision.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necessity score is built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concept carries a weight; the total score separates the three classes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weights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09928"/>
          <a:ext cx="676656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914400"/>
                <a:gridCol w="18288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 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CMS basis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Bed-confined prongs (mobility_deficit, cannot_sit, bed_confined)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10.2.3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monitoring (ventilator, suctioning, iv_medication)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CFR 414.605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Cardiac (named, ALS assessment)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CFR 414.605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Bariatric (inferred, handling)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10.2.1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Inferred (oxygen, isolation, wound_ostomy, behavioral)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10.2.1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Filler (weakness_only, fall_risk_only, nonclinical)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MLN / MAC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80960" y="1417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formula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80960" y="1709928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total_necessity_score =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mobility_score + monitoring_score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if all three bed-confined prongs are present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threshold: mobility &gt;= 3 or monitoring &gt;= 3, with a named concept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and bonus are tunable modelling choices, not CMS figures - pending SME validation.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40080" y="41605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separates the classes</a:t>
            </a:r>
            <a:endParaRPr lang="en-US" sz="15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453128"/>
          <a:ext cx="67665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914400"/>
                <a:gridCol w="914400"/>
                <a:gridCol w="13716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Necessity 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clearly_necessary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38,917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22,298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clearly_not_necessary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16,310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average-score gap - 7.79 for clearly necessary vs. 0.79 and 0.00 - confirms the weighting divides the classes rather than blurring them.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score distribution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orders spread across the necessity score (grouped for readability)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1463040"/>
                <a:gridCol w="621792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scope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26,903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qualifying concept - clearly not necessary, or unreadable text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1 - 2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11,635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soft or inferred signal - the indeterminate middle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3 - 5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14,504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clear reason present - crosses into clearly necessary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6 - 11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11,380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concepts documented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and above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13,103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bed-confined test or dense documentation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9319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distribution is bimodal: a large mass at zero (no qualifying concept, 34.7%) and a second peak at 12 and above (16.9%), driven by orders that meet the full bed-confined test. The thin 1-2 band is the genuine middle - a signal too weak to decide.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range from 0 to 29. Bands are grouped from the per-score distribution in the workbook Scoring tab.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Level-of-service appropriateness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level of service vs. the level the documented clinical concepts imply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BLS orders (40,282) by recommended level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7772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146304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BLS (match)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21,099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/ indeterminate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13,802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 - higher acuity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CCT/SCT - higher acuity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BLS - lower acuity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97764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 in 8 BLS orders (5,381) carry ALS-or-higher monitoring language - a possible under-leveling and level-review opportunity.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466 ALS orders show only BLS-level justification - the reverse exposure, where the billed level may not be supported.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level is descriptive, derived from documented monitoring concepts against 42 CFR 414.605 - it flags orders for review, not a billing determination. CMS BLS/ALS eligibility criteria are still to be confirmed.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caveats and 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before circulating - these affect the headline percentages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still includes non-target trips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188720"/>
                <a:gridCol w="3931920"/>
                <a:gridCol w="31089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in scope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 (wheelchair)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9,231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an ambulance; 98.6% indeterminate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 - concepts do not apply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 (unknown)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Unidentified code; 100% indeterminate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Identify, then include or exclude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EMG / ALS-EMG / CCT-EMG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2,193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Emergent - outside non-emergent scope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 emergent codes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FWQUOTE / ORGAN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/ organ - not ground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37033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on the headline: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wheelchair and unknown-code trips (about 13,000 orders, nearly all indeterminate) inflate the middle. Removing them lifts clearly-necessary to roughly 60% and shrinks indeterminate to roughly 15% - the true non-emergent ambulance picture.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4526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4818888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scope: add emergent (EMG) and wheelchair codes to the exclusion list; identify ST and CC_CF_C5.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review to validate the concept weights and the inferred concepts.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against denial outcomes before any figure is treated as authoritative.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text_unmatched (10,593 orders) into the first language-model test set.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Necessity - Results Summary</dc:title>
  <dc:subject>PptxGenJS Presentation</dc:subject>
  <dc:creator>PptxGenJS</dc:creator>
  <cp:lastModifiedBy>PptxGenJS</cp:lastModifiedBy>
  <cp:revision>1</cp:revision>
  <dcterms:created xsi:type="dcterms:W3CDTF">2026-07-30T15:11:55Z</dcterms:created>
  <dcterms:modified xsi:type="dcterms:W3CDTF">2026-07-30T15:11:55Z</dcterms:modified>
</cp:coreProperties>
</file>