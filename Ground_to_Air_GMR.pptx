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</c:v>
                </c:pt>
                <c:pt idx="1">
                  <c:v>19</c:v>
                </c:pt>
                <c:pt idx="2">
                  <c:v>27</c:v>
                </c:pt>
                <c:pt idx="3">
                  <c:v>16</c:v>
                </c:pt>
                <c:pt idx="4">
                  <c:v>26</c:v>
                </c:pt>
                <c:pt idx="5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0</c:v>
                </c:pt>
                <c:pt idx="2">
                  <c:v>4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23</c:v>
                </c:pt>
                <c:pt idx="3">
                  <c:v>24</c:v>
                </c:pt>
                <c:pt idx="4">
                  <c:v>17</c:v>
                </c:pt>
                <c:pt idx="5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560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~22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Angeles County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Pacific  ·  RCH UCLA  ·  Nov 2025 – Apr 2026 (6 months)  ·  Scene (pickup) county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350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30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&lt;5/Cardiac)*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36499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68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657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319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Cardiac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321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335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6459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1696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462272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air-eligible transports (~22/month) after the 60–200 min travel-time gate; average travel time 76 min (median 68).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Trauma-led; 100% high-acuity (Red/Yellow). 492 trips under 60 min excluded as too short to favor air over ground.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14476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560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Diego County (Oceanside)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Pacific  ·  RCH Oceanside  ·  Nov 2025 – Apr 2026 (6 months)  ·  Scene (pickup) county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350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30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&lt;5/Cardiac)*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36499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79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657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319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Cardiac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321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335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6459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1696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462272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10 air-eligible transports (~2/month) after the travel-time gate; average travel time 84 min (median 79).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thin convertible volume; predominantly trauma with one stroke; 40% Critical (Red).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14476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560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~16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Merced County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 ·  RCH Merced  ·  Nov 2025 – Apr 2026 (6 months)  ·  Scene (pickup) county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350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30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&lt;5/Cardiac)*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36499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79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657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319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Cardiac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321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335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6459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1696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462272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air-eligible transports (~16/month) after the 60–200 min travel-time gate; average travel time 81 min (median 79).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≥30-mile base of the group (277 trips). Highest Red share at 44%; eligible volume concentrated Jan–Apr.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14476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560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Jefferson County, Alabama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96926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 ·  MTC Birmingham (Childrens)  ·  Nov 2025 – Apr 2026 (6 months)  ·  Scene (pickup) county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350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9344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30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&lt;5/Cardiac)*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36499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82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657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319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Cardiac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321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96128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335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6459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1696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462272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air-eligible transports (~2/month) after the travel-time gate; average travel time 86 min (median 82).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long-ground base (21 trips ≥20 mi). All trauma; 44% Critical (Red). Ground volume exists but convertible volume is minimal.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14476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Ground-to-Air — GMR</dc:title>
  <dc:subject>PptxGenJS Presentation</dc:subject>
  <dc:creator>PptxGenJS</dc:creator>
  <cp:lastModifiedBy>PptxGenJS</cp:lastModifiedBy>
  <cp:revision>1</cp:revision>
  <dcterms:created xsi:type="dcterms:W3CDTF">2026-07-13T21:35:55Z</dcterms:created>
  <dcterms:modified xsi:type="dcterms:W3CDTF">2026-07-13T21:35:55Z</dcterms:modified>
</cp:coreProperties>
</file>