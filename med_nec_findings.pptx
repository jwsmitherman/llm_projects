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Order-time documentation only. Crew patient care reports (ImageTrend) are not in this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Extract-then-judge pattern, same as NurseNav. Keeps the two readings comparable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from the total_score definition change. Worth an explicit decision rather than leaving it implicit.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Documentation Scoring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Non-emergent ground ambulance orders — findings from order-time documentation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TripMaster  |  323,624 in-scope orders  |  Run 2026-08-14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measures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789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carries a free-text reason for transport, entered at order time. This work reads that text and asks whether it documents medical necessity under CMS criteria.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applies two tests. The mobility axis (BPM10 10.2.1 / 10.2.3) asks why the patient cannot travel by wheelchair van or car. The monitoring axis (42 CFR 414.605) asks why this level of service is required.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describes the documentation, not the trip. An order labeled not_necessary may have been a clinically appropriate transport that was documented poorly.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billing determination. Final payment also depends on the crew patient care report supporting the physician certification statement, which is not in this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excludes wheelchair, ambulatory, air, and emergent transport codes.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catch documentation gaps at the time of order, rather than at claim denial 45 days later.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order is scored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total_score  =  mobility_score  +  monitoring_score  +  named_score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412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total_score of 3 or more AND a named CMS concept present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total_score of 0 — nothing in the text scored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 — something scored, but not enough or not a named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365760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carry a weight of 1, 2, or 3. Matching a concept adds its weight to the axis it belongs 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concepts are those CMS states explicitly. They also add their weight to named_score, so they count on both their axis and in the named total.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concepts (weakness_only, fall_risk_only, nonclinical) carry weight 0. They are recorded but confer no necessity on their own.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modelling choices, not CMS figures. They are pending SME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weights and CMS basis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097280"/>
          <a:ext cx="10607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914400"/>
                <a:gridCol w="1097280"/>
                <a:gridCol w="4023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10.2.3 (prong: get up)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10.2.3 (prong: ambulate)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10.2.3 (prong: sit)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10.2.1 (handling)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10.2.1 (position)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10.2.1 (safety)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414.605 (ALS2 airway / SCT)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414.605 (SCT)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414.605 (ALS2 IV meds)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414.605 (ALS assessment)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10.2.1 (O2 alone insufficient)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BPM10 10.2.1 (infection control)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 / fall_risk_only / nonclinical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MLN / MAC — vague, not necessity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concepts are inferred rather than named in CMS text: bariatric, wound_ostomy, behavioral, oxygen, isolation. These need SME sign-off.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definitions — score determination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09728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680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label from the keyword scoring: necessary, not_necessary, or indeterminate.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 + monitoring_score + named_score. Drives the label via the cutoffs.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matched mobility-axis concept weights. Why other transport is contraindicated.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matched monitoring-axis concept weights. Why this level of service.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from named CMS concepts only. Must be above zero for necessary.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mobility_w_&lt;concept&gt;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one concept contributed to mobility_score. These twelve columns plus named_score sum to total_score.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has_named_concept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any named CMS concept matched. A flag, not a score — not part of the sum.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unmatched_text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text was entered but no keyword rule read 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why_labeled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concepts that matched and the exact words that triggered each.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gy_disposition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label relates to the GY billing process. not_necessary orders are GY candidates.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definitions — LLM determination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read twice. The keyword scoring above is one reading; a language model is the second. Both use the same weights and the same cutoffs, so any difference in label reflects what was read out of the text, not a different threshold.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680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necessity_class_llm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label from the language-model reading. Blank where the model has not read that order.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total_score_llm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formula as total_score, applied to the facts the model extracted.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named_score_llm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from named CMS concepts the model found.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Plain-English explanation of what the text does and does not establish. The stated reason behind the label.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quote from the order text behind every fact the model asserted.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ok, not_run, or an extraction error. Filter to ok before comparing the two readings.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determination_agreement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agree, differ (naming both labels), or llm_not_run.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extracts facts only; the same deterministic rules assign the label. It never picks the label itself.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nearly three quarters are documented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91440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323,624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33832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48,129 orders — one in seven — have order-time text that scores zero. Nothing in the text speaks to mobility or monitoring. These are the GY candidates and the clearest denial exposure.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40,110 are indeterminate: something scored, but not enough, or nothing CMS names explicitly.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88,239 orders (27.3%) would not survive a documentation review on the order text alone.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are of all in-scope non-emergent ground orders.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11.8% of text is unread by the rules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0584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unmatched_text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rules read the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285,330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text present, no rule matched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27432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38,294 orders contain a written reason that no keyword rule recognized. The scoring treats them as if nothing was documented, which may be wrong in either direction.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strongest argument for the language-model reading: keyword rules cannot be extended to cover free text they were never written for.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orders are the priority target for the LLM pass and for the agreement analysis between the two readings.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mobility documentation is concentrated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280160"/>
                <a:gridCol w="1737360"/>
                <a:gridCol w="173736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96,561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393192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named concepts carry almost all mobility documentation. Orders match them in overlapping combinations, so the percentages do not sum to 100.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those three, every matching order is labeled necessary — orders and orders_necessary are identical.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appears in 36,185 orders but is an inferred concept, so it carries weight 1 and rarely decides a label on its own. It is the most likely candidate to be reclassified after SME review.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— the cutoff is no longer doing the work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and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0" y="10972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named concept adds its weight twice — once on its axis and once to named_score — a single named concept reaches a total of 4 or 6, well past the cutoff of 3.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157 orders sit exactly at 3, and those have no named concept, so they are indeterminate.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necessary now means a named concept is present. The score threshold is not separating anything.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 whether that is the intended model before the weights go to SME review.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 not tell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789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Order-time documentation only. The crew patient care report lives in ImageTrend and is not assessed here, so no order can be called a denial on this basis.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the cutoff are modelling choices, not CMS figures. They have not yet been validated by the medical necessity SMEs.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 fifteen concepts are inferred from CMS guidance rather than named in it: bariatric, wound_ostomy, behavioral, oxygen, isolation.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cannot read text it was not written for — 11.8% of orders fall in that gap and are currently scored as though nothing was written.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reading is ground truth. The language-model determination is a second opinion, not a correction of the first.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88720"/>
          <a:ext cx="106070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concept weights and the cutoff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Jen, Michelle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model reflects how necessity is actually judged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on the five inferred concepts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Jen, Michelle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whether each carries necessity or is filler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against denial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Vic, Robin (MUSC)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whether not_necessary orders match real denials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LLM across the full population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sampled; needs batch inference to cover 323K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orders where the readings differ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Jen, Michelle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disagreement set is where the scoring model is weakest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Genie space is live on the scored table for anyone who wants to query these numbers directly.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Documentation Scoring</dc:title>
  <dc:subject>PptxGenJS Presentation</dc:subject>
  <dc:creator>Josh Smitherman</dc:creator>
  <cp:lastModifiedBy>Josh Smitherman</cp:lastModifiedBy>
  <cp:revision>1</cp:revision>
  <dcterms:created xsi:type="dcterms:W3CDTF">2026-08-14T14:28:00Z</dcterms:created>
  <dcterms:modified xsi:type="dcterms:W3CDTF">2026-08-14T14:28:00Z</dcterms:modified>
</cp:coreProperties>
</file>