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the guidance itself, not the system around it. A concept is the unit of the file: one condition or care need, defined by six fields, traceable to the document it came from.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right. The payload is what the extract produces from the order form. The service compiles the guidance file into the instruction and sends a whole trip at once so the model can see related answers together. The model classifies and quotes; it does not decide the trip. The result is a table per trip.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medical necessity guidance file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11480" y="685800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file, med_nec_knowledge.json. Every rule the guidance applies is written in it, with the source and citation attached to each entry.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11480" y="10515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folded into the file</a:t>
            </a:r>
            <a:endParaRPr lang="en-US" sz="11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325880"/>
          <a:ext cx="548640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1280160"/>
                <a:gridCol w="1463040"/>
                <a:gridCol w="685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Sections used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contributes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Medicare Benefit Policy Manual, Publication 100-02, Chapter 10, Ambulance Services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10.2.1, 10.2.3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Necessity definition, bed confinement, nine presumed conditions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file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 42, Code of Federal Regulations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410.40, 414.605, 414.640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Coverage conditions and service level definitions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file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Medical Necessity Training Guide, September 2025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trees, denial criteria, modifier scale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 decision trees and the four part denial test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file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Medical Necessity Facility Training, delivered 13 August 2026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Slides 10 to 16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Care needs crews provide, non-covered situations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file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Clinical intake survey specification, version 1.27.26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Clinical and wheelchair surveys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 form answers, level of service mapping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file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Clinical review procedure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Subject matter expert review standard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add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11480" y="39776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file contains</a:t>
            </a:r>
            <a:endParaRPr lang="en-US" sz="115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4224528"/>
          <a:ext cx="54864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548640"/>
                <a:gridCol w="3383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governs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Conditions and care needs, with axis, weight and status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presumed_necessary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Conditions that carry their own presumption of necessity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bed_confinement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three elements required together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exclusions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Situations that do not establish necessity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decision_trees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Ordered gates, selected by origin and destination modifier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denial_criteria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four required before a negative result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intake_survey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 answers mapped to criteria and to level of service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policy_rules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Statements that govern how the criteria are read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open_conflicts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two sources differ, both readings with an owner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6263640" y="10515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concept is, and how one is defined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6263640" y="129844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concept is one condition or care need that counts toward medical necessity. Each is defined by six fields.</a:t>
            </a:r>
            <a:endParaRPr lang="en-US" sz="1000" dirty="0"/>
          </a:p>
        </p:txBody>
      </p:sp>
      <p:graphicFrame>
        <p:nvGraphicFramePr>
          <p:cNvPr id="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1627632"/>
          <a:ext cx="54864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377440"/>
                <a:gridCol w="2011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holds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identifier used in every result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fall_risk_in_motion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axis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Mobility or monitoring, the two halves of the test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much it contributes, from three tenths to two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Cited means named in a source. Inferred means read from 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and cite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document, and where in it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billing training guide, lower tree, gate 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Phrasings seen in practice, used to recognise it in form text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 out of a wheelchair, unable to safely sit in a wheelchair, at risk to fall in motion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6"/>
          <p:cNvSpPr/>
          <p:nvPr/>
        </p:nvSpPr>
        <p:spPr>
          <a:xfrm>
            <a:off x="6263640" y="41605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and inferred</a:t>
            </a:r>
            <a:endParaRPr lang="en-US" sz="1150" dirty="0"/>
          </a:p>
        </p:txBody>
      </p:sp>
      <p:sp>
        <p:nvSpPr>
          <p:cNvPr id="12" name="Text 7"/>
          <p:cNvSpPr/>
          <p:nvPr/>
        </p:nvSpPr>
        <p:spPr>
          <a:xfrm>
            <a:off x="6263640" y="4407408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means the concept is named in a source document. Inferred means it was read from one and is not yet confirmed, so it carries three tenths of the weight of a standard criterion.</a:t>
            </a:r>
            <a:endParaRPr lang="en-US" sz="950" dirty="0"/>
          </a:p>
        </p:txBody>
      </p:sp>
      <p:graphicFrame>
        <p:nvGraphicFramePr>
          <p:cNvPr id="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4828032"/>
          <a:ext cx="54864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548640"/>
                <a:gridCol w="42062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Cardiac monitoring, airway and ventilator, invasive monitoring, psychiatric emergency, altered mentation, fall risk in motion, stretcher only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Inferred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Bariatric, isolation, wound and ostomy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Text 8"/>
          <p:cNvSpPr/>
          <p:nvPr/>
        </p:nvSpPr>
        <p:spPr>
          <a:xfrm>
            <a:off x="6263640" y="5779008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inferred concepts are not named in the manual text or in either training document. They are read from the surrounding guidance and held at reduced weight until confirmed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concept does not decide an order on its own. It contributes to its axis, and the decision gates read the result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 confinement is held separately, because guidance requires all three elements together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trip is processed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11480" y="685800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and answer payloads from the order form, sent through the service, evaluated by the model against the guidance file, returned as a classification per pair.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11480" y="1188720"/>
            <a:ext cx="274320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243584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Trip payload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44475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file per trip, written by the extract from the order form text.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2560320" cy="1417320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5216" y="1883664"/>
            <a:ext cx="2395728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"TripRequestId": 9950709,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"RequestDate": "2026-09-19",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"qa": [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"question": "Is any special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handling required...",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"answer": "The patient is bed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confined..." },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218688" y="2121408"/>
            <a:ext cx="292608" cy="219456"/>
          </a:xfrm>
          <a:prstGeom prst="rightArrow">
            <a:avLst/>
          </a:prstGeom>
          <a:solidFill>
            <a:srgbClr val="808080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11880" y="1188720"/>
            <a:ext cx="237744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03320" y="1243584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Application service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703320" y="1481328"/>
            <a:ext cx="219456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every pair from the payload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Compiles the guidance file into one model instruction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all pairs for a trip in a single request, so the model sees them together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the response before anything is written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053328" y="2121408"/>
            <a:ext cx="292608" cy="219456"/>
          </a:xfrm>
          <a:prstGeom prst="rightArrow">
            <a:avLst/>
          </a:prstGeom>
          <a:solidFill>
            <a:srgbClr val="808080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46520" y="1188720"/>
            <a:ext cx="237744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7960" y="1243584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Language model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37960" y="1444752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in Azure AI Foundry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537960" y="1664208"/>
            <a:ext cx="219456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each question and answer against the guidance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Assigns a category and cites the criterion it relied on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Quotes the words the classification rests on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Rates its confidence against a stated rubric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887968" y="2121408"/>
            <a:ext cx="292608" cy="219456"/>
          </a:xfrm>
          <a:prstGeom prst="rightArrow">
            <a:avLst/>
          </a:prstGeom>
          <a:solidFill>
            <a:srgbClr val="808080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281160" y="1188720"/>
            <a:ext cx="2514600" cy="2148840"/>
          </a:xfrm>
          <a:prstGeom prst="rect">
            <a:avLst/>
          </a:prstGeom>
          <a:solidFill>
            <a:srgbClr val="D9D9D9"/>
          </a:solidFill>
          <a:ln w="9525">
            <a:solidFill>
              <a:srgbClr val="8080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72600" y="1243584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Result per pair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372600" y="1481328"/>
            <a:ext cx="233172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as non medical necessity, or not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Category: supports necessity, insufficient alone, non covered, administrative, unclear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 and citation behind the call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Quoted evidence and confidence level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11880" y="3611880"/>
            <a:ext cx="5212080" cy="658368"/>
          </a:xfrm>
          <a:prstGeom prst="rect">
            <a:avLst/>
          </a:prstGeom>
          <a:solidFill>
            <a:srgbClr val="F2F2F2"/>
          </a:solidFill>
          <a:ln w="9525">
            <a:solidFill>
              <a:srgbClr val="80808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03320" y="365760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med_nec_knowledge.json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703320" y="384048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concepts, 9 presumed conditions, 3 bed confinement elements, 10 non-covered situations, 63 survey answers, 17 policy rules. Rendered into the model instruction at run time.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572000" y="3364992"/>
            <a:ext cx="201168" cy="219456"/>
          </a:xfrm>
          <a:prstGeom prst="upArrow">
            <a:avLst/>
          </a:prstGeom>
          <a:solidFill>
            <a:srgbClr val="808080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52360" y="3364992"/>
            <a:ext cx="201168" cy="219456"/>
          </a:xfrm>
          <a:prstGeom prst="upArrow">
            <a:avLst/>
          </a:prstGeom>
          <a:solidFill>
            <a:srgbClr val="808080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11480" y="4572000"/>
            <a:ext cx="11384280" cy="0"/>
          </a:xfrm>
          <a:prstGeom prst="line">
            <a:avLst/>
          </a:prstGeom>
          <a:noFill/>
          <a:ln w="9525">
            <a:solidFill>
              <a:srgbClr val="80808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47091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comes back for each trip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11480" y="4983480"/>
            <a:ext cx="54864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table per trip, a row for every question and answer pair on the order form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pair as it was asked and answered, so a reviewer reads the original wording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the pair is flagged as non medical necessity, and which of the five categories it fell into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criterion identifier and its citation, so the call traces back to a source document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quoted words and the confidence level on that one pair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263640" y="47091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categories are read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263640" y="4983480"/>
            <a:ext cx="54864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necessity: the answer documents a condition or care need that counts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Insufficient alone: a real element that does not carry the determination by itself, bed confinement being the common case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covered: a situation the guidance names as not establishing necessity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Administrative: logistics, scheduling or equipment, saying nothing about the patient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Unclear: too vague or too short to place, always returned at low confidence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2026-09-30T11:34:31Z</dcterms:created>
  <dcterms:modified xsi:type="dcterms:W3CDTF">2026-09-30T11:34:31Z</dcterms:modified>
</cp:coreProperties>
</file>