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scope. This answers one narrow question: can Splink match when IDs are missing. Not a production readiness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blocking. It sets the ceiling on how many real matches we can possibly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why blocking is the lever. Each is a different net for a different kind of data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0.99 column is the answer to the question. The 0.56 coverage is the work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question directly, then hand off to the production slide for what deployment would require.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team's plan from the strategy meeting: our blocking, Splink's scoring. The trained weights are what carry to production, not Splink's batch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realistic expectations. Encouraging finding, but we are months from a production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Does Splink Work With Limited or No IDs?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Some records have strong IDs (A-Number, SSN, FIN). Matching those is straightforward.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Many records do not. For those, matching must rely on name and date of birth alone.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We tested Splink across 8 scenarios, each simulating which identifiers are available.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Measured results for everyone, and for the no-strong-ID group specifically.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The question is not which identifiers are best. It is: does this tool work when the identifiers are not there?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Status: This is an experiment. Splink is approved for experimentation only — not production. These are early findings.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 Splink Is: Two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Splink is an open-source record-matching tool that runs in our Databricks notebooks. It answers one question: are these two records the same person?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Step 1 — Blocking (the shortlist): decides which record pairs are worth comparing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Comparing every record to every other record would be billions of comparisons — too slow to run.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Splink only compares records that already share something (e.g., same last name + birthdate).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If a pair does not make the shortlist, it is never compared — and counts as a miss.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Step 2 — Scoring (the decision): weighs the evidence and produces a match 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For each shortlisted pair, weighs how much each field agreeing or disagreeing counts as evidence.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Rare agreements count for more (a shared uncommon surname beats a shared “Smith”).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Every decision is explainable — you can see which fields drove the match.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Blocking decides what gets looked at. Scoring decides the answer.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Shortlist Rules (Blocking)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We use several overlapping rules, so a match is still caught when one field is wrong.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Shortlist rule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What it catches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First name + birthdate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Clean, obvious matches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Last name + birthdate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First name differs (e.g., “Bob” vs “Robert”)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First + last name (no birthdate)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The birthdate has a typo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Partial last name + birthdate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The last name is misspelled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Last name + birth year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The month/day is wrong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First name + birth year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Same, from the other direction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 pair only has to pass one rule to be compared.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Coverage = of the true matches, how many had enough information to be compared at all.  Accuracy when decidable = of the pairs it compared, how often it was right.  End-to-end accuracy = the real-world number; pairs never compared count as misses.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164592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Population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End-to-end accuracy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Coverage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Accuracy when decidable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Everyone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strong ID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0.63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0.56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80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With strong IDs: matching works end to end — 97%.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With no strong ID: when Splink could compare the pair, it was right 99% of the time. The matching does not degrade when the IDs disappear.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The lower end-to-end number (0.63) is entirely explained by coverage: only 56% of those true matches were shortlisted. The other 44% were never compared, so they count as misses.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The scoring works without IDs. The shortlist is what falls short.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Does Splink work with limited or no IDs? — Yes, the matching works.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On pairs it can compare, Splink is ~99% accurate even with no strong ID — using name and date of birth alone.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Where we lose accuracy, it is because the pair never made the shortlist, not because Splink judged it wrong.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The constraint is coverage, not capability.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To close the gap: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Better shortlist rules — phonetic and nickname matching, so misspellings and nicknames still get compared.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More complete source data — the more usable information captured upstream, the more pairs become decidable.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Bottom line: Splink can match people without strong IDs when it sees the right candidates. Our next gain comes from candidate selection — not a different matching tool.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This is an early experimental finding. It is not a recommendation to deploy.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 Production Would Look Like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Splink is a batch tool — built to match a large, static set of records all at once. Our production matching works differently: one incoming record, matched against the existing population, in real time.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The proposed approach: our blocking, Splink's scoring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Train once — build a baseline model on a large sample of records from party index.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Save the weights — the trained model is the asset; we do not recompute it at call time.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Use our own candidate selection — do not use Splink's blocking; use the candidate selection already in MLS.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Force full comparison — in Splink, block on a constant column so every candidate sent is always compared.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Score pairwise — send pairwise records in, get a match response back.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Limitations and Where We 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Limitations and open questions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Coverage moves upstream, it does not disappear. In production the shortlist becomes MLS candidate selection. If MLS does not surface the right candidate, the model never sees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This experiment ignores the production stack. It does not test integration, latency, or serving.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Our scenarios retrain per scenario. The production-realistic test is one baseline model evaluated pairwise — and that is more work than what we have done so far.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Not yet validated. Compatibility with our stack, stress testing, and validation all remain.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Where we actually 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Splink is approved for experiments only. It is not approved for production.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We are early — still learning the tool's capabilities.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Realistically, months of testing and validation stand between here and any production decision.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2026-07-14T12:54:32Z</dcterms:created>
  <dcterms:modified xsi:type="dcterms:W3CDTF">2026-07-14T12:54:32Z</dcterms:modified>
</cp:coreProperties>
</file>