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scoring - what changed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updates to the analysis and outputs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reframed to medical necessity: labels are necessary / not_necessary / no_documentation / indeterminate. An empty field is no_documentation, not not_necessary. Payment and verdict wording removed.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scoring axes: mobility (why other transport is contraindicated) and monitoring (why this level of service).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concepts (0-3) with a total necessity score, including a +3 bonus when the full bed-confined test is met.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flag and gy_disposition added; every concept cites its CMS source.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tightened: emergent, air, wheelchair, and ambulatory codes excluded.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why_labeled column shows the exact words that triggered each label.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summary workbook, full detail CSV, and a scrollable review workbook - each timestamped per run.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"axis" 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asks two separate questions about a non-emergent ambulance trip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858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 it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can't this patient go by a cheaper option - a wheelchair van or car? (a physical limitation)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10.2.1 / 10.2.3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this patient need this level of service - ALS or critical care - rather than basic? (clinical care needed en route)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CFR 414.605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words that answer neither question, so they carry no weight (e.g. "general weakness", "fall risk").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MLN / MAC guidance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below belongs to one of these. A trip can score on both axes - one reason it can't use a van, and a separate reason it needs a higher level of care.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concept detects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meaning of each concept. Named = stated directly in CMS text; inferred = read from the general rule.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the order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get up from bed on their own.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walk or bear weight (e.g. paralysis, fracture, amputation).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sit in a chair or wheelchair; must lie flat or on a stretcher.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Patient's size requires special handling equipment.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wound, ulcer, ostomy, or drain requiring careful positioning.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Dementia, altered mental status, or combative/flight risk.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ventilator, trach, or recently intubated.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airway suctioning during transport.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iv_medication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medications, infusion, or drip running en route.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monitoring - telemetry, EKG, arrhythmia.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Supplemental oxygen (nasal cannula, BiPAP, CPAP).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Infection-control isolation (e.g. MRSA, C. diff, precautions).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weakness_only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says "weakness" - no specific limitation.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fall_risk_only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says "fall risk" or "unsteady".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nonclinical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Non-clinical reason (convenience, physician order alone, no other transport).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Non-emergent ground ambulance orders, from the free-text reason (ClinicalData) at order time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by level-of-service code: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non-ground: FWQUOTE, ORGAN, and pattern matches (air, fixed wing, rotor, rideshare).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Emergent: EMG, ALS-EMG, CCT-EMG.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Non-ambulance: WC (wheelchair), AMBLTY (ambulatory).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and CC_CF_C5 stay in and are flagged.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matching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matched against 15 concepts; each carries an axis and a weight (0-3)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097280"/>
                <a:gridCol w="5852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get up)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ambulate)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sit)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iv_medication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MLN/MAC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fall_risk_only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MLN/MAC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nonclinical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thresholds: MOBILITY_CLEAR = 3, MONITORING_CLEAR = 3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46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weights of matched mobility-axis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weights of matched monitoring-axis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bed_confined_full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all three prongs matched (bed_confined + mobility_deficit + cannot_sit).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bed_confined_bonus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if bed_confined_full, else 0.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total_necessity_score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 + monitoring_score + bed_confined_bonus.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named_a_hits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matched named Group A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score maps to a bucket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score does not decide the bucket. Two rules override it.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1 - the threshold is per axis, not the total.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bucket needs one complete reason on a single axis (score 3 = one named concept). Two half-reasons across axes (e.g. mobility 2 + monitoring 2 = total 4) do NOT qualify.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2 - a named concept is required.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concepts (oxygen, isolation, wound_ostomy, bariatric, behavioral) can add to a score but cannot carry a row to necessary on their own.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 score, different bucket: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  <a:gridCol w="1554480"/>
                <a:gridCol w="1097280"/>
                <a:gridCol w="12801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telemetry, oxygen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ambulate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oxygen, isolation, wound vac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bariatric, wound vac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total 3. The first two clear one axis with a named concept; the last two do not (no single axis reached 3 with a named concept), so they stay indeterminate.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score, different bucket -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orders total 3. They got there differently.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"cardiac telemetry, oxygen"  -&gt;  necessary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= 2 points (monitoring axis, NAMED concept)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= 1 point (monitoring axis, inferred)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axis = 2 + 1 = 3, on ONE axis, WITH a named concept  -&gt;  necessary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3: "oxygen, isolation, wound vac"  -&gt;  indeterminate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= 1 (monitoring, inferred), isolation = 1 (monitoring, inferred), wound_ostomy = 1 (mobility, inferred)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axis = 2, mobility axis = 1  -&gt;  NEITHER axis reached 3 (points split across axes)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concept present - all three are inferred  -&gt;  indeterminate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617720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1 (necessary)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3 (indeterminate)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3 was built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+ 1 on the same axis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+ 1 across different axes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single axis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= 3  (meets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= 2, mobility = 1  (below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concept present?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(cardiac)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(all inferred)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never looks at the total. It asks: does any one axis reach 3, and is a named concept present? Row 1 = yes to both. Row 3 = no to both.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vs filler vs indeterminate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score threshold - all of these can score 0. It depends on what the text held.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no_documentation =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empty. Nothing was recorded to assess. Not a finding about the trip - just no documentation.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not_necessary =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present but only filler (weakness, fall risk, convenience) - a clinical reason was attempted but none qualifies. A finding: no documented reason (GY candidate).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indeterminate =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gave something, but not enough to decide - a real concept below the threshold, or words that matched no concept. Cannot tell yet.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  <a:gridCol w="3931920"/>
                <a:gridCol w="31089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in the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recorded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weakness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filler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needs transport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words, but no concept matched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2L oxygen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real (inferred) concept, below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field is not evidence the trip was unnecessary - it is simply no documentation, so it is kept separate from not_necessary.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necessity_class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Group A: bed_confined, mobility_deficit, cannot_sit, ventilator, suctioning, iv_medication, cardiac. First match wins.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bed-confined prongs matched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 named concept and (mobility_score ≥ 3 or monitoring_score ≥ 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empty (nothing recorded)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no_documentation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present, filler only, no Group A concept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 signal below threshold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present, no concept matched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columns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321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indeterminate_reason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weak_or_inferred_only = Group A signal below threshold; text_unmatched = text present, nothing matched. Blank otherwise.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if bed_confined_full, or ≥2 named hits, or field empty; medium for a single named hit or filler-only; low otherwise.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recommended_los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CCT/SCT if ventilator/suctioning; ALS if monitoring_score ≥ 2 or iv_medication; BLS if any mobility signal; else none/indeterminate.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gy_disposition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 -&gt; no documented reason (GY candidate); necessary -&gt; documented reason present; indeterminate -&gt; partial, review.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classification_method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keyword_match.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why_labeled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matched concept with the exact triggering text, e.g. mobility_deficit[unable to ambulate]; oxygen[o2].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40080"/>
                <a:gridCol w="640080"/>
                <a:gridCol w="731520"/>
                <a:gridCol w="731520"/>
                <a:gridCol w="73152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necessity_class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confined, unable to ambulate, unable to 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ambulate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telemetry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2L oxygen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bariatric, wound vac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weakness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needs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run, timestamped YYYYMMDD_HHMMSS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med_nec_buckets_v2_&lt;ts&gt;.xlsx - Definitions, Summary, Scoring, Concepts, Detail, Where, Examples.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med_nec_buckets_v2_&lt;ts&gt;_detail.csv - every scored order, all columns.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med_nec_review_&lt;ts&gt;.xlsx - All with text, Not necessary, Rules missed, Borderline.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Necessity Scoring - Process</dc:title>
  <dc:subject>PptxGenJS Presentation</dc:subject>
  <dc:creator>PptxGenJS</dc:creator>
  <cp:lastModifiedBy>PptxGenJS</cp:lastModifiedBy>
  <cp:revision>1</cp:revision>
  <dcterms:created xsi:type="dcterms:W3CDTF">2026-08-07T13:56:40Z</dcterms:created>
  <dcterms:modified xsi:type="dcterms:W3CDTF">2026-08-07T13:56:40Z</dcterms:modified>
</cp:coreProperties>
</file>