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Air-eligible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Nov</c:v>
                  </c:pt>
                  <c:pt idx="1">
                    <c:v>Dec</c:v>
                  </c:pt>
                  <c:pt idx="2">
                    <c:v>Jan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</c:v>
                </c:pt>
                <c:pt idx="1">
                  <c:v>19</c:v>
                </c:pt>
                <c:pt idx="2">
                  <c:v>27</c:v>
                </c:pt>
                <c:pt idx="3">
                  <c:v>16</c:v>
                </c:pt>
                <c:pt idx="4">
                  <c:v>26</c:v>
                </c:pt>
                <c:pt idx="5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Air-eligible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Nov</c:v>
                  </c:pt>
                  <c:pt idx="1">
                    <c:v>Dec</c:v>
                  </c:pt>
                  <c:pt idx="2">
                    <c:v>Jan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0</c:v>
                </c:pt>
                <c:pt idx="2">
                  <c:v>4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Air-eligible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Nov</c:v>
                  </c:pt>
                  <c:pt idx="1">
                    <c:v>Dec</c:v>
                  </c:pt>
                  <c:pt idx="2">
                    <c:v>Jan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7</c:v>
                </c:pt>
                <c:pt idx="2">
                  <c:v>4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Air-eligible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Nov</c:v>
                  </c:pt>
                  <c:pt idx="1">
                    <c:v>Dec</c:v>
                  </c:pt>
                  <c:pt idx="2">
                    <c:v>Jan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23</c:v>
                </c:pt>
                <c:pt idx="3">
                  <c:v>24</c:v>
                </c:pt>
                <c:pt idx="4">
                  <c:v>17</c:v>
                </c:pt>
                <c:pt idx="5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 County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  ·  RCH UCLA  ·  Nov 2025 – Apr 2026 (6 months)  ·  Scene (pickup) county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Ground transport volume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8191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Long-ground transports (all)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Air-eligible (meets filters)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359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travel time (eligible): </a:t>
            </a:r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min</a:t>
            </a:r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median 68 min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Distribution by condition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4495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Trauma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Distribution by criticality</a:t>
            </a:r>
            <a:endParaRPr lang="en-US" sz="13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2803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(Red)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 (Yellow)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(Green)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Recorded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9436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Air-eligible trips by month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943600" y="1645920"/>
          <a:ext cx="57607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7"/>
          <p:cNvSpPr/>
          <p:nvPr/>
        </p:nvSpPr>
        <p:spPr>
          <a:xfrm>
            <a:off x="594360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Interpretation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035040" y="4690872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air-eligible long-ground transports over the period (~22/month) after the 60–200 min travel-time gate; average travel time 76 min (median 68).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Trauma-led (99%); 100% high-acuity (Red/Yellow). 491 trips under 60 min were excluded as too short to favor air over ground.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Air-eligible = long ground transport + Lights &amp; Sirens + target clinical segment (Trauma/Stroke/OB/Peds &lt;5) + travel time 60–200 min (Elapsed Call Time). Directional; pending Ops/SME calibration.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Diego County (Oceanside)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  ·  RCH Oceanside  ·  Nov 2025 – Apr 2026 (6 months)  ·  Scene (pickup) county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Ground transport volume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8191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Long-ground transports (all)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Air-eligible (meets filters)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359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travel time (eligible): </a:t>
            </a:r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min</a:t>
            </a:r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median 79 min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Distribution by condition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4495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Trauma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Distribution by criticality</a:t>
            </a:r>
            <a:endParaRPr lang="en-US" sz="130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2803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(Red)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 (Yellow)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(Green)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Recorded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9436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Air-eligible trips by month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943600" y="1645920"/>
          <a:ext cx="57607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7"/>
          <p:cNvSpPr/>
          <p:nvPr/>
        </p:nvSpPr>
        <p:spPr>
          <a:xfrm>
            <a:off x="594360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Interpretation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035040" y="4690872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 air-eligible long-ground transports over the period (~2/month) after the travel-time gate; average travel time 84 min (median 79).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thin convertible volume; predominantly trauma (90%) with one stroke; 40% Critical (Red).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Air-eligible = long ground transport + Lights &amp; Sirens + target clinical segment (Trauma/Stroke/OB/Peds &lt;5) + travel time 60–200 min (Elapsed Call Time). Directional; pending Ops/SME calibration.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County, Nevada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  ·  Las Vegas (Clark County)  ·  Nov 2025 – Apr 2026 (6 months)  ·  Scene (pickup) county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Ground transport volume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8191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Long-ground transports (all)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Air-eligible (meets filters)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359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travel time (eligible): </a:t>
            </a:r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min</a:t>
            </a:r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median 91 min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Distribution by condition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4495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Trauma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Distribution by criticality</a:t>
            </a:r>
            <a:endParaRPr lang="en-US" sz="13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2803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(Red)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 (Yellow)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(Green)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Recorded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9436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Air-eligible trips by month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943600" y="1645920"/>
          <a:ext cx="57607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7"/>
          <p:cNvSpPr/>
          <p:nvPr/>
        </p:nvSpPr>
        <p:spPr>
          <a:xfrm>
            <a:off x="594360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Interpretation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035040" y="4690872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air-eligible long-ground transports over the period (~7/month) after the 60–200 min travel-time gate; average travel time 94 min (median 91) — the longest average of the group.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Trauma-led (98%); 38% Critical (Red). Volume is steady across all six months; 13 sub-60-min trips excluded.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Air-eligible = long ground transport + Lights &amp; Sirens + target clinical segment (Trauma/Stroke/OB/Peds &lt;5) + travel time 60–200 min (Elapsed Call Time). Directional; pending Ops/SME calibration.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 County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 ·  RCH Merced  ·  Nov 2025 – Apr 2026 (6 months)  ·  Scene (pickup) county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Ground transport volume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8191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Long-ground transports (all)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Air-eligible (meets filters)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359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travel time (eligible): </a:t>
            </a:r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min</a:t>
            </a:r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median 79 min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Distribution by condition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4495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Trauma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Distribution by criticality</a:t>
            </a:r>
            <a:endParaRPr lang="en-US" sz="13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2803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(Red)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 (Yellow)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(Green)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Recorded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9436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Air-eligible trips by month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943600" y="1645920"/>
          <a:ext cx="57607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7"/>
          <p:cNvSpPr/>
          <p:nvPr/>
        </p:nvSpPr>
        <p:spPr>
          <a:xfrm>
            <a:off x="594360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Interpretation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035040" y="4690872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air-eligible long-ground transports over the period (~16/month) after the 60–200 min travel-time gate; average travel time 81 min (median 79).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Trauma-led (98%); highest Critical (Red) share of the group at 44%. Air-eligible volume falls in Jan–Apr; 49 sub-60-min trips excluded.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Air-eligible = long ground transport + Lights &amp; Sirens + target clinical segment (Trauma/Stroke/OB/Peds &lt;5) + travel time 60–200 min (Elapsed Call Time). Directional; pending Ops/SME calibration.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Ground-to-Air — Pacific &amp; West</dc:title>
  <dc:subject>PptxGenJS Presentation</dc:subject>
  <dc:creator>PptxGenJS</dc:creator>
  <cp:lastModifiedBy>PptxGenJS</cp:lastModifiedBy>
  <cp:revision>1</cp:revision>
  <dcterms:created xsi:type="dcterms:W3CDTF">2026-07-06T15:31:48Z</dcterms:created>
  <dcterms:modified xsi:type="dcterms:W3CDTF">2026-07-06T15:31:48Z</dcterms:modified>
</cp:coreProperties>
</file>