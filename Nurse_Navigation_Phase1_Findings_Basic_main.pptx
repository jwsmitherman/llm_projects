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2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75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Navigation - Phase 1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to explain why navigation decisions were made in the current system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records where a patient was sent, but not why. Reason is in free-text nurse notes.</a:t>
            </a:r>
            <a:endParaRPr lang="en-US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operating system goes live before year-end. It measures navigation differently, so reported numbers might be different.</a:t>
            </a:r>
            <a:endParaRPr lang="en-US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built from the current system is needed to explain that shift to each client before it appears in a dashboard.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Was Reviewed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5,708 historical nurse-navigation calls (2026 Jan/Feb), with the free-text notes and the triage protocol used.</a:t>
            </a:r>
            <a:endParaRPr lang="en-US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has a recorded outcome (where the patient was sent) but no reason why.</a:t>
            </a:r>
            <a:endParaRPr lang="en-US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set of cases already coded by hand, used to check the results.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data and removed operational-only records.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patient call can create several records; only the ones where the nurse and patient actually talked count as a navigation.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note reading only "called facility to confirm the ride" is operational and is dropped.</a:t>
            </a:r>
            <a:endParaRPr lang="en-US" sz="1600" dirty="0"/>
          </a:p>
          <a:p>
            <a:pPr marL="342900" indent="-342900">
              <a:lnSpc>
                <a:spcPts val="17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an AI model to read each note and pull out the documented reason.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only facts stated in the note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must include a direct quote from the note - if there is no quote, there is no finding.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for an override it might return "patient refused recommendation" with the quote "pt declined urgent care, requested ambulance."</a:t>
            </a:r>
            <a:endParaRPr lang="en-US" sz="1600" dirty="0"/>
          </a:p>
          <a:p>
            <a:pPr marL="342900" indent="-342900">
              <a:lnSpc>
                <a:spcPts val="17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fixed set of rules to turn those facts into categories.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extracts the facts; a separate rulebook decides the category, so the two are kept apart.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can be adjusted (for example, how a reason is grouped) without paying to re-run the AI over every note.</a:t>
            </a:r>
            <a:endParaRPr lang="en-US" sz="1600" dirty="0"/>
          </a:p>
          <a:p>
            <a:pPr marL="342900" indent="-342900">
              <a:lnSpc>
                <a:spcPts val="17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each note where the patient actually ended up.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uses the note's own words, not the label the call was originally given.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call recorded as "self-care" whose note says "advised to go to ER" is counted as an ED visit - this is what exposes mislabeled self-care.</a:t>
            </a:r>
            <a:endParaRPr lang="en-US" sz="1600" dirty="0"/>
          </a:p>
          <a:p>
            <a:pPr marL="342900" indent="-342900">
              <a:lnSpc>
                <a:spcPts val="1700"/>
              </a:lnSpc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results against the hand-coded set.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the AI's categories to cases already coded by hand to confirm they agree.</a:t>
            </a:r>
            <a:endParaRPr lang="en-US" sz="1600" dirty="0"/>
          </a:p>
          <a:p>
            <a:pPr marL="685800" lvl="1" indent="-342900">
              <a:lnSpc>
                <a:spcPts val="1700"/>
              </a:lnSpc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are listed individually for review before anything reaches a client.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Call Types Were Sorted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00"/>
              </a:lnSpc>
              <a:spcAft>
                <a:spcPts val="1400"/>
              </a:spcAft>
              <a:buSzPct val="100000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is checked against four rules in order, and lands in the first one it matches - so no call is counted twice.</a:t>
            </a:r>
            <a:endParaRPr lang="en-US" sz="1800" dirty="0"/>
          </a:p>
          <a:p>
            <a:pPr>
              <a:lnSpc>
                <a:spcPts val="2600"/>
              </a:lnSpc>
              <a:spcAft>
                <a:spcPts val="1400"/>
              </a:spcAft>
              <a:buSzPct val="100000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Incomplete triage: the triage result came back as NMTARA 6 (assessment never finished).</a:t>
            </a:r>
            <a:endParaRPr lang="en-US" sz="1800" dirty="0"/>
          </a:p>
          <a:p>
            <a:pPr>
              <a:lnSpc>
                <a:spcPts val="2600"/>
              </a:lnSpc>
              <a:spcAft>
                <a:spcPts val="1400"/>
              </a:spcAft>
              <a:buSzPct val="100000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Ambulance override: triage level was 1-5 (no ambulance called for) but the outcome was an ambulance dispatch.</a:t>
            </a:r>
            <a:endParaRPr lang="en-US" sz="1800" dirty="0"/>
          </a:p>
          <a:p>
            <a:pPr>
              <a:lnSpc>
                <a:spcPts val="2600"/>
              </a:lnSpc>
              <a:spcAft>
                <a:spcPts val="1400"/>
              </a:spcAft>
              <a:buSzPct val="100000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Self-care: the recorded outcome was labeled self-care.</a:t>
            </a:r>
            <a:endParaRPr lang="en-US" sz="1800" dirty="0"/>
          </a:p>
          <a:p>
            <a:pPr>
              <a:lnSpc>
                <a:spcPts val="2600"/>
              </a:lnSpc>
              <a:spcAft>
                <a:spcPts val="1400"/>
              </a:spcAft>
              <a:buSzPct val="100000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Other: everything that matched none of the above - the calls that behaved normally.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Groups, by Size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16459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navigations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(behaved normally - not in focus)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Ambulance overrides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triage (NMTARA 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00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 of how many calls fell into each group, using the four sorting rules on the previous slide.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3977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call types in focus make up about 47% of all calls. The remaining 53% ("Other") are calls that went as expected — triage finished and the patient ended up where triage recommended.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What "Self-Care" Actually Contained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230428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patient ended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self-care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self-care (no care needed)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858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self-care calls only, the AI read each note and pulled out where the patient actually ended up - not the recorded label.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6360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two-thirds of these calls (67.8%) were labeled correctly — the patient genuinely needed no further care. The remaining third was mislabeled: the note shows the patient did go somewhere for care. The Emergency Department share (12.8%), since those were higher-acuity cases counted as self-care.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Triage Was Not Completed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1975104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these calls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refused triage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unable to participate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disconnected or technical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 was not the patient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Nurse ended for acuity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incomplete-triage calls, the AI extracted the documented reason from each note and counted how often each appeared.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30682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700"/>
              </a:lnSpc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  </a:t>
            </a:r>
            <a:r>
              <a:rPr lang="en-US" sz="1400" dirty="0"/>
              <a:t>In most of these cases the patient declined to go through the triage questions, so the assessment was never finished — it wasn't a system or process failure. A single call can have more than one reason recorded, so the percentages add up to more than 100%.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Ambulance Was Sent Anyway (Overrides)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1975104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override calls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escalation by nurse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 or transport barrier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requested ambulance or 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refused recommendation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or procedure 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override calls, the AI extracted the documented reason from each note and counted how often each appeared.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30682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override cases the nurse decided the patient needed an ambulance based on something the standard triage questions didn't ask about. A single call can have more than one reason recorded, so the percentages add up to more than 100%.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by Client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230428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Self-care reported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Snohomish WA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DCFEMS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Riverside 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NY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Baltimore MD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858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self-care rate, split by market instead of nationally. Selected markets shown; full list of 14 is in the workbook.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46360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means:  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self-care rate isn't the same across clients — it runs from about 7% in some markets to 22% in others. Because each client starts from a different number, the size of the change they'll see at go-live will differ, so each one needs its own explanation.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Findings Are Reliable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 the AI reports must include a direct quote from the note - no quote, no finding.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pulls facts; a fixed rulebook makes the final call.</a:t>
            </a:r>
            <a:endParaRPr lang="en-US" sz="1800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checked against the cases coded by hand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1190</Words>
  <Application>Microsoft Macintosh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josh smitherman</cp:lastModifiedBy>
  <cp:revision>8</cp:revision>
  <dcterms:created xsi:type="dcterms:W3CDTF">2026-07-30T15:20:27Z</dcterms:created>
  <dcterms:modified xsi:type="dcterms:W3CDTF">2026-07-30T15:39:31Z</dcterms:modified>
</cp:coreProperties>
</file>