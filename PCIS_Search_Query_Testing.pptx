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baseline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BHUB</c:v>
                  </c:pt>
                  <c:pt idx="1">
                    <c:v>CRIS</c:v>
                  </c:pt>
                  <c:pt idx="2">
                    <c:v>ELIS</c:v>
                  </c:pt>
                  <c:pt idx="3">
                    <c:v>FIRST</c:v>
                  </c:pt>
                  <c:pt idx="4">
                    <c:v>GLOBAL</c:v>
                  </c:pt>
                  <c:pt idx="5">
                    <c:v>UIPATH</c:v>
                  </c:pt>
                  <c:pt idx="6">
                    <c:v>OVERALL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  <c:pt idx="3">
                  <c:v>30</c:v>
                </c:pt>
                <c:pt idx="4">
                  <c:v>0</c:v>
                </c:pt>
                <c:pt idx="5">
                  <c:v>0</c:v>
                </c:pt>
                <c:pt idx="6">
                  <c:v>38.3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Query from config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BHUB</c:v>
                  </c:pt>
                  <c:pt idx="1">
                    <c:v>CRIS</c:v>
                  </c:pt>
                  <c:pt idx="2">
                    <c:v>ELIS</c:v>
                  </c:pt>
                  <c:pt idx="3">
                    <c:v>FIRST</c:v>
                  </c:pt>
                  <c:pt idx="4">
                    <c:v>GLOBAL</c:v>
                  </c:pt>
                  <c:pt idx="5">
                    <c:v>UIPATH</c:v>
                  </c:pt>
                  <c:pt idx="6">
                    <c:v>OVERALL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  <c:pt idx="3">
                  <c:v>60</c:v>
                </c:pt>
                <c:pt idx="4">
                  <c:v>0</c:v>
                </c:pt>
                <c:pt idx="5">
                  <c:v>0</c:v>
                </c:pt>
                <c:pt idx="6">
                  <c:v>44.7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8E8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66666"/>
                    </a:solidFill>
                    <a:latin typeface="Arial"/>
                  </a:rPr>
                  <a:t>good-match rate (percent)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PCIS Search Query Testing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3E0"/>
                </a:solidFill>
              </a:rPr>
              <a:t>Comparing query results against production logs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8"/>
                </a:solidFill>
              </a:rPr>
              <a:t>Status update, 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Purpose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Measure whether the identity search returns the right person for each query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Compare query versions against what production currently returns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Confirm that changes do not degrade results before they move forward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There is no verified source of truth, so this is a comparison, not an accuracy score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Production audit logs supply real searches: the terms entered and the person production returned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Each logged search is replayed against the query and the top result is compared to the input terms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rule-based check scores a match: name tokens must match, and date of birth must be exact or a single-digit difference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Results are reported per consumer and overall, with the person production returned used as the baseline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was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notebook that parses the six production-log files and replays each search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rule-based scorer that compares each returned result to the input search terms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comparison output showing the production result next to the query result for every search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 standalone receipt test that searches specific receipt numbers directly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Results are written to timestamped Excel files with per-search detail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How the query is run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query is built from the search service configuration file and sent to the OpenSearch endpoint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This mirrors the configuration the production search service uses, built outside the Java service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exact query sent is recorded for each search so it can be compared to the service output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Identifier searches fill the receipt or alien-number field the same way the service does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Example results: good-match rate by consumer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1381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Reading the chart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38160" y="182880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47 searches across six consumers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Query from config matches or exceeds production; FIRST rose from 30 to 60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CRIS, GLOBAL and UIPATH show 0: these are receipt or identifier searches, an open configuration item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A comparison of results, not a verified accuracy score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Example detail: search input compared to query result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3017520"/>
                <a:gridCol w="1737360"/>
                <a:gridCol w="1463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Consumer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Search input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Query returned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Terms matched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BHUB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Sandra Moreno De Reyes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Sandra Elizabeth Moreno De Reyes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first, last, dob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match, rank 1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ELIS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Eimy Torres Rosales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Eimy Lorena Torres Rosales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first, last, dob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match, rank 1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FIRST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Amanda Gabriela De Oliveira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Amanda Gabriela De Oliveira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first, last, dob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match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CRIS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Receipt IOE0936905394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Different person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open item, receipt config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The query returns the same person production returned, often with a fuller name. Receipt-only searches remain an open item.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Results to date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Name-based searches return the expected person, often ranked first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Some results that appeared to be misses returned the expected person lower in the list, not absent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Receipt-only searches return results once the receipt field is included in the query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Date-of-birth handling differs: consumers match exact digits while the query uses a range, which lowers some matches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Open items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Receipt searches can return a near-match ahead of the exact record; an exact high-priority receipt match is needed in the configuration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date-of-birth handling difference is being reviewed with the query owner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configuration file loaded for testing must be a clean copy from the repository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Query results built outside the service are a close mirror, not an exact reproduction of the service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Confirm the receipt and date-of-birth configuration changes with the query owner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Re-run the comparison after the configuration updates and capture the new results</a:t>
            </a:r>
            <a:endParaRPr lang="en-US" sz="18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Validate the approach and results with the wider team before expanding the test set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PCIS Search Query Testing</dc:title>
  <dc:subject>PptxGenJS Presentation</dc:subject>
  <dc:creator>PptxGenJS</dc:creator>
  <cp:lastModifiedBy>PptxGenJS</cp:lastModifiedBy>
  <cp:revision>1</cp:revision>
  <dcterms:created xsi:type="dcterms:W3CDTF">2026-08-11T17:04:54Z</dcterms:created>
  <dcterms:modified xsi:type="dcterms:W3CDTF">2026-08-11T17:04:54Z</dcterms:modified>
</cp:coreProperties>
</file>