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scoring - what changed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updates to the analysis and outputs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reframed to medical necessity: labels are necessary / not_necessary / indeterminate. Payment and verdict wording removed.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scoring axes: mobility (why other transport is contraindicated) and monitoring (why this level of service).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concepts (0-3) with a total necessity score, including a +3 bonus when the full bed-confined test is met.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flag and gy_disposition added; every concept cites its CMS source.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tightened: emergent, air, wheelchair, and ambulatory codes excluded.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why_labeled column shows the exact words that triggered each label.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summary workbook, full detail CSV, and a scrollable review workbook - each timestamped per run.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Non-emergent ground ambulance orders, from the free-text reason (ClinicalData) at order time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by level-of-service code: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non-ground: FWQUOTE, ORGAN, and pattern matches (air, fixed wing, rotor, rideshare).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Emergent: EMG, ALS-EMG, CCT-EMG.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Non-ambulance: WC (wheelchair), AMBLTY (ambulatory).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and CC_CF_C5 stay in and are flagged.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matching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matched against 15 concepts; each carries an axis and a weight (0-3)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097280"/>
                <a:gridCol w="5852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get up)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mobility_deficit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ambulate)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sit)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wound_ostomy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iv_medication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weakness_only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MLN/MAC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fall_risk_only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MLN/MAC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nonclinical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thresholds: MOBILITY_CLEAR = 3, MONITORING_CLEAR = 3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46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weights of matched mobility-axis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weights of matched monitoring-axis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bed_confined_full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all three prongs matched (bed_confined + mobility_deficit + cannot_sit).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bed_confined_bonus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if bed_confined_full, else 0.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total_necessity_score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 + monitoring_score + bed_confined_bonus.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named_a_hits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matched named Group A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necessity_class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Group A: bed_confined, mobility_deficit, cannot_sit, ventilator, suctioning, iv_medication, cardiac. First match wins.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bed-confined prongs matched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 named concept and (mobility_score ≥ 3 or monitoring_score ≥ 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Group A concept; field empty or filler-only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 signal below threshold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present, no concept matched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(text_unmatched)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columns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321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indeterminate_reason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weak_or_inferred_only = Group A signal below threshold; text_unmatched = text present, nothing matched. Blank otherwise.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if bed_confined_full, or ≥2 named hits, or field empty; medium for a single named hit or filler-only; low otherwise.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recommended_los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CCT/SCT if ventilator/suctioning; ALS if monitoring_score ≥ 2 or iv_medication; BLS if any mobility signal; else none/indeterminate.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gy_disposition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 -&gt; no documented reason (GY candidate); necessary -&gt; documented reason present; indeterminate -&gt; partial, review.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classification_method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keyword_match.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why_labeled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matched concept with the exact triggering text, e.g. mobility_deficit[unable to ambulate]; oxygen[o2].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40080"/>
                <a:gridCol w="640080"/>
                <a:gridCol w="731520"/>
                <a:gridCol w="731520"/>
                <a:gridCol w="73152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necessity_class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confined, unable to ambulate, unable to 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ambulate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telemetry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2L oxygen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bariatric, wound vac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weakness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needs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(text_unmatched)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run, timestamped YYYYMMDD_HHMMSS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med_nec_buckets_v2_&lt;ts&gt;.xlsx - Definitions, Summary, Scoring, Concepts, Detail, Where, Examples.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med_nec_buckets_v2_&lt;ts&gt;_detail.csv - every scored order, all columns.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med_nec_review_&lt;ts&gt;.xlsx - All with text, Not necessary, Rules missed, Borderline.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Necessity Scoring - Process</dc:title>
  <dc:subject>PptxGenJS Presentation</dc:subject>
  <dc:creator>PptxGenJS</dc:creator>
  <cp:lastModifiedBy>PptxGenJS</cp:lastModifiedBy>
  <cp:revision>1</cp:revision>
  <dcterms:created xsi:type="dcterms:W3CDTF">2026-08-07T13:03:22Z</dcterms:created>
  <dcterms:modified xsi:type="dcterms:W3CDTF">2026-08-07T13:03:22Z</dcterms:modified>
</cp:coreProperties>
</file>