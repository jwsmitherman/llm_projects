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Navigation Insights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validation of the NMTARA field and what it changes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 Smitherman  |  GMR  |  August 25,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150,003 nurse navigation calls, April to August 2026, were re-checked against the source field that drives every bucket in the analysis.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volumes and rates are correct: ambulance 90,905 (60.6%), override 30,693 (20.5% of all calls, 36.0% of BLS), notes usable 99.3%.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correct by coincidence rather than by construction. The acuity parser collapsed to four values that happened to map one-to-one onto four labels.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headline is mislabeled. "High-acuity share 20.5%" is an ambulance override rate, not a clinical acuity measure.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NMTARA levels 1 through 5 are not present in this extract. Any analysis needing a specific acuity level needs a different source field.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53.1% of calls sit in a bucket named "Other" and cannot be read as they stand.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510235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21208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source field mixes disposition and acuity, so every downstream flag had to be traced back to the raw label before any rate could be trusted.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The re-check compared the parsed values against the exact label counts to prove the totals, then tested whether each label name matched what the number actually measured.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field is a disposition taxonomy, not an acuity score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transaction_breakout_including_bls_nmtara_breakout, 15 distinct labels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1-5 (Override)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NN 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6 (Unable to Process)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 CCR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without NMTARA Assigned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 EMS / URGENT CARE / VC ER / VC MUC /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371600"/>
            <a:ext cx="4297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label names a disposition, not an acuity level.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Acuity appears only inside the four BLS labels, and only as a band.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field is the same taxonomy collapsed, one to one, so it carries no independent information.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15 labels were listed in full before classifying, because a keyword search on this field silently miscategorizes codes such as NN ER.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Acuity had to be separated from disposition by reading the label text, since no clean level column exists in the extract.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Acuity is knowable for just over half the file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43000"/>
                <a:gridCol w="1143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known (0, 1-5, 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acuity information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66,502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2468880"/>
            <a:ext cx="11064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83,501 calls (55.7%) carry an acuity band: 0, the 1-5 override band, or 6.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66,502 calls (44.3%) carry none. These are self-care, ER referrals, CCR referrals, virtual care, ALS, and BLS with no NMTARA assigned.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band means acuity was never recorded in this field, not that the call was low acuity.</a:t>
            </a:r>
            <a:endParaRPr lang="en-US" sz="13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1, 2, 3, 4 and 5 do not appear individually anywhere in the extract.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44.3% with no parsed level first looked like a parser failure; inspecting the raw labels confirmed those dispositions genuinely carry no NMTARA level, so the blanks are legitimate.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The absence of individual levels 1 through 5 was verified by listing every distinct breakout string, not inferred from the parser output alone.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parser did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nmtara_level read the first digit it found in each label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  <a:gridCol w="1645920"/>
                <a:gridCol w="3474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 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assigned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reading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level 0 unconfirmed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1-5 (Override)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band covering levels 1 to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6 (Unable to Process)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6, triage not 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acuity recorded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383280"/>
            <a:ext cx="11064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override band was read as level 1, which produced the label "high acuity" on a population that spans levels 1 through 5.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row anywhere in the file was ever assigned level 2, 3, 4 or 5.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defect surfaced by placing the raw breakout string next to the parsed level for every distinct value, which exposed that "1-5" was being read as "1".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Because the parser returned only four distinct values, the error was invisible in the totals and only appeared when the label text was checked directly.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totals still came out right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5778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 only ever produced four values: 0, 1, 6 and null. Each maps onto exactly one label; the collapse was one-to-one.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is_amb_override returned 30,693 (the override label), nmtara6 returned 14,465 (the unable-to-process label), is_ambulance returned 90,905 (BLS plus ALS).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in the workbook is arithmetically correct.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wrong was the name attached to the number, and the fact that the correctness was accidental. A future extract with a real level column, or one more label, breaks it silently.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2801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(BLS+ALS)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90,905 (60.6%)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30,693 (20.5%)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Unable to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14,465 (9.6%)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 (16.8%)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Usable 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148,961 (99.3%)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37947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keyword definition; excludes NN ER (18,428). See slide 8.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Each parsed value was matched to its exact label count to confirm the totals were right rather than assuming the parser was correct.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The ambulance figure required a definition decision: the keyword count of 90,905 excludes NN ER, so it is footnoted rather than presented as final.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mislabeled headline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"High-acuity share: 20.5%"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"NMTARA 1-2: 30,693 calls"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"Ended ED/ambulance: 100.0%, did not: 0.0%"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note recorded this as high confidence and reconciled.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123444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reading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is the BLS ambulance override rate across NMTARA 1-5.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is 1-5, not 1-2. There is no NMTARA 1-2 population in this data.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is circular. The label already says BLS, and BLS is an ambulance. The chart compares the field with itself.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leakage figure of 0.0% measures a direction that has no variance in 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is sound. It answers a different question than the title claims.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100% figure was traced back to its inputs, which showed the "high-acuity" set was defined by the BLS override band, so the comparison was the field against itself.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The original QA had marked this reconciled; re-testing against the raw label showed the confidence was misplaced, so the finding is withdrawn.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bucket holds more than half the file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calls, 53.1% of all volume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inside Other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for NMTARA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NN 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 CCR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 without NMTARA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remaining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0" y="1371600"/>
            <a:ext cx="5943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transports, ER referrals and virtual care are pooled into one unreadable category.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for NMTARA 0 alone is 38,343 calls, the largest single label in the file.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bucket chart is titled "NN ER counted as ED/ambulance" but NN ER is still inside Other. The title and the bucket logic disagree.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strategy question can be answered from this bucket until it is split.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contents of Other were listed by label to test whether the bucket was interpretable; it holds several unrelated dispositions and cannot be read as one thing.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A conflict was found between the chart title and the bucket rule: the title states NN ER is counted as ED/ambulance, but the rule leaves NN ER inside Other.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Divertible volume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31,542 calls, 21.0% of all volume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0" y="1371600"/>
            <a:ext cx="6583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explicit label map, so there is no double counting across the three types.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moved from earlier decks because NN ER is now treated as an ED disposition rather than as unclassified.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counts the 5,782 VIRTUAL CARE calls only. The 1,269 VC EMS and VC ER calls are held out because they appear to be virtual encounters that escalated.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BLS for NMTARA 0 belongs here is unresolved. Including it would add 38,343 calls and more than double the estimate.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 values require an avoided-cost assumption that is not yet agreed.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rate is sensitive to unresolved classification calls: the NN ER decision already shifted it, and the NMTARA 0 decision could more than double it.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The VC EMS and VC ER codes were held out deliberately because their meaning is ambiguous, so the figure is a lower bound until those codes are confirmed.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overrides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chief complaints among the 30,693 override calls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43000"/>
                <a:gridCol w="1143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Chief complaint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overrides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GI.01 - Abdominal Pain (Adult)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LIMB.13 - Leg Pain/Swelling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URN.03 - Catheter/Nephrostomy Tube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NTLSICK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GI.25 - Vomiting (Adult)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BN.02 - Back Pain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LIMB.12 - Knee Pain/Swelling/Injury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SKIN.34 - Wound Healing and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LIMB.08 - Foot Problems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37160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ten complaints account for 15,474 calls, roughly half of all overrides.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are chronic or ambulatory presentations rather than time-critical emergencies, which is where diversion potential would sit.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BLSD and NTLSICK are non-specific codes covering 3,102 calls. They warrant their own review.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analysis is unaffected by the parser issue. The override population is correctly identified.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34924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challenges in reaching these numbers: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The override population is defined by the override label directly, so it is not exposed to the level-parsing defect that affected the acuity headline.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(2) BLSD and NTLSICK are non-specific codes; they are flagged rather than interpreted, because their contents are not yet defined.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and what does not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704088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150,003 calls, April to August 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dispositions 90,905, 60.6%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overrides 30,693 (20.5% of all, 36.0% of BLS)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not completed 14,465, 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 25,174, 16.8%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Usable nurse notes 148,961, 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override chief complaints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Divertible volume 31,542, 21.0%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to the NMTARA 0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bucket 79,671, 53.1%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count, not interpretable as it stands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High-acuity share 20.5% and the 100%/0% split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Withdraw - measures the field against itself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NMTARA level 1 through 5 individually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 in this extract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2011680"/>
                <a:gridCol w="21945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at stake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does NMTARA 0 represent? Not triaged, protocol returned zero, or a valid clinical level?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38,343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Nurse nav SME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VC EMS, VC ER and VC MUC virtual encounters that escalated? If so they belong on the ED side.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Nurse nav SME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raw NMTARA level available from the source system, before this breakout aggregates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engineering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NN ER belong with ED dispositions or as its own category? The title and bucket logic disagree.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18,428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SME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avoided-cost assumption should the savings model use?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31,542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and payer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acuity parser with an explicit map from label to disposition and acuity band. Any unmapped label fails loudly rather than becoming a null.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buckets from that map and split Other into ambulance, ED referral, referral, virtual and urgent care.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Retitle the override analysis. Report the rate against BLS as well as against all calls, since 36.0% of BLS is the operationally meaningful figure.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high-acuity chart and the accompanying QA note. Both assert a level that the data does not contain.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Re-stratify and re-run the LLM note extraction after the buckets change, since the current sample was drawn against the old categories.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NMTARA 0 question before any savings figure is quoted.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2026-08-25T19:42:42Z</dcterms:created>
  <dcterms:modified xsi:type="dcterms:W3CDTF">2026-08-25T19:42:42Z</dcterms:modified>
</cp:coreProperties>
</file>