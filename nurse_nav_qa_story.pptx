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911 Nurse Navigation Calls Go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Full-population analysis of 150,003 calls, October 2024 to August 2026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 Smitherman  |  GMR  |  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in one slide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 navigation handled 150,003 emergency calls from October 2024 to August 2026, a 23-month span.</a:t>
            </a:r>
            <a:endParaRPr lang="en-US" sz="15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 five callers had an ambulance sent when triage did not indicate one. These are ambulance overrides (30,693 calls, 20.5%).</a:t>
            </a:r>
            <a:endParaRPr lang="en-US" sz="15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 five calls were diverted from the emergency department to self-care, urgent care, or virtual care (31,542 calls, 21%).</a:t>
            </a:r>
            <a:endParaRPr lang="en-US" sz="15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of all calls fall into a single catch-all category that mixes multiple outcomes (79,671 calls, 53%).</a:t>
            </a:r>
            <a:endParaRPr lang="en-US" sz="15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99.3% of nurse notes contain enough text to read at scale, so the note-based analysis is well supported.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5806440"/>
            <a:ext cx="11274552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Takeaway.  </a:t>
            </a:r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150,003 calls analyzed. Override rate 20.5%, diversion rate 21%, uncategorized 53%.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calls are handled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sorted into one outcome, no double-counting</a:t>
            </a:r>
            <a:endParaRPr lang="en-US" sz="1300" dirty="0"/>
          </a:p>
        </p:txBody>
      </p:sp>
      <p:pic>
        <p:nvPicPr>
          <p:cNvPr id="4" name="Image 0" descr="/home/claude/charts/bucke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6309360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49440" y="1371600"/>
            <a:ext cx="47548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150,003 calls is assigned to exactly one outcome. </a:t>
            </a:r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/ ED is the largest at 90,905 calls (60.6%). </a:t>
            </a:r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override is 30,693 (20.5%): an ambulance was dispatched when triage returned a lower-acuity result. Self-care is 25,174 (16.8%): managed at home with no transport. Triage not completed is 14,465 (9.6%): the call ended before triage finished.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949440" y="3200400"/>
            <a:ext cx="47548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ER (18,428 calls) is counted here as an ED/ambulance dispatch. </a:t>
            </a:r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override figure does not change whether or not NN ER is included, because NN ER calls do not carry a triage level of 1 to 5.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5779008"/>
            <a:ext cx="11274552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5907024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was derived:  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Transaction Response Names (disposition) and Transaction Breakout (triage level). Each call mapped to one outcome by an explicit code map: BLS, ALS, NN ER, VC ER, VC EMS -&gt; ambulance/ED; SELF-CARE -&gt; self-care; NMTARA 6 label -&gt; triage not completed; triage level 1-5 with an ambulance disposition -&gt; override; all else -&gt; Other. Population: all 150,003 calls. Override % of ambulance = 30,693 / 90,905.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volume by month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2024 to August 2026, 23 months, 680 days</a:t>
            </a:r>
            <a:endParaRPr lang="en-US" sz="1300" dirty="0"/>
          </a:p>
        </p:txBody>
      </p:sp>
      <p:pic>
        <p:nvPicPr>
          <p:cNvPr id="4" name="Image 0" descr="/home/claude/charts/month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694944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89520" y="1371600"/>
            <a:ext cx="4206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volume rises from 3,821 calls in October 2024 to a peak of 9,600 in July 2026.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month (August 2026) shows 3,200 and is a partial month, not a drop in demand.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no missing months across the 23-month span.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extract already exceeds one year, so a separate one-year data pull is not required.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57200" y="5779008"/>
            <a:ext cx="11274552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5907024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was derived:  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Transaction Create Date-Time (Eastern). Each call’s timestamp grouped into calendar months; the count per month is plotted. Span computed as the difference between the earliest and latest timestamps (680 days). Population: all 150,003 calls with a parseable date. The final month is partial because the extract ends mid-month.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the overrides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chief complaints among the 30,693 override calls</a:t>
            </a:r>
            <a:endParaRPr lang="en-US" sz="1300" dirty="0"/>
          </a:p>
        </p:txBody>
      </p:sp>
      <p:pic>
        <p:nvPicPr>
          <p:cNvPr id="4" name="Image 0" descr="/home/claude/charts/complai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658368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23760" y="1371600"/>
            <a:ext cx="44805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ten most common complaints account for 15,474 override calls, roughly half of all overrides. </a:t>
            </a:r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Abdominal pain is the single largest at 2,720 (8.9% of overrides), followed by leg pain/swelling at 2,266 (7.4%) and catheter/nephrostomy tube problems at 2,081 (6.8%).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223760" y="3108960"/>
            <a:ext cx="44805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BLSD (1,708) and NTLSICK (1,394) are non-specific codes covering 3,102 calls combined. </a:t>
            </a:r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contents are not defined and require review.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5779008"/>
            <a:ext cx="11274552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5907024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was derived:  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Cause (chief complaint) on the override population. Population: the 30,693 calls classified as overrides (triage level 1-5 with an ambulance disposition). Calls grouped by chief complaint and counted; share = each complaint’s count / 30,693. Top ten shown; their sum is 15,474.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the override decision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notes grouped by driver, full override population</a:t>
            </a:r>
            <a:endParaRPr lang="en-US" sz="1300" dirty="0"/>
          </a:p>
        </p:txBody>
      </p:sp>
      <p:pic>
        <p:nvPicPr>
          <p:cNvPr id="4" name="Image 0" descr="/home/claude/charts/driv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6583680" cy="3108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23760" y="1371600"/>
            <a:ext cx="44805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override note is scanned for three driver groups. </a:t>
            </a:r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drivers (symptom severity or condition) appear in 26,106 notes, 85.1% of overrides. </a:t>
            </a:r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or availability barriers (no appointment, after hours, closed, no provider, cost) appear in 8,472 notes, 27.6%. Mobility or transport barriers appear in 4,901 notes, 16%.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223760" y="3200400"/>
            <a:ext cx="44805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 can match more than one group, so the shares total more than 100%. </a:t>
            </a:r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mobility and access groups are the drivers not tied to clinical severity. The keyword lists require nurse SME review before the split is treated as final.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5779008"/>
            <a:ext cx="11274552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5907024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was derived:  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Nurses Notes on the 30,693 override calls. Each note lower-cased and scanned for three keyword groups - clinical (chest pain, bleeding, sudden onset, etc.), mobility (wheelchair, bedbound, cannot ambulate, stairs, no transport), access (no appointment, after hours, closed, no provider, cost). A note can match more than one group, so shares sum above 100%. Full population, not a sample. Share = group note count / 30,693.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Diversion volume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routed away from the emergency department</a:t>
            </a:r>
            <a:endParaRPr lang="en-US" sz="1300" dirty="0"/>
          </a:p>
        </p:txBody>
      </p:sp>
      <p:pic>
        <p:nvPicPr>
          <p:cNvPr id="4" name="Image 0" descr="/home/claude/charts/diverti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6400800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40880" y="1371600"/>
            <a:ext cx="46634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31,542 calls (21% of all volume) were diverted from the emergency department. </a:t>
            </a:r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Self-care accounts for 25,174, virtual care for 5,782, and urgent care for 586. Each represents an emergency-department visit that did not occur.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040880" y="3108960"/>
            <a:ext cx="46634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count uses the explicit disposition map, so the three types do not overlap. </a:t>
            </a:r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dollar value requires an avoided-cost figure per diverted visit, which finance and payer strategy have not yet set.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5779008"/>
            <a:ext cx="11274552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5907024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was derived:  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disposition via the explicit code map. Self-care = SELF-CARE disposition; virtual = VIRTUAL CARE; urgent = MOBILE URGENT CARE and VC MUC. The three are mutually exclusive under the map, so no double counting. Population: all 150,003 calls. Divertible rate = 31,542 / 150,003.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drop and technical issues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the 14,465 calls where triage did not complete</a:t>
            </a:r>
            <a:endParaRPr lang="en-US" sz="1300" dirty="0"/>
          </a:p>
        </p:txBody>
      </p:sp>
      <p:pic>
        <p:nvPicPr>
          <p:cNvPr id="4" name="Image 0" descr="/home/claude/charts/calld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658368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23760" y="1371600"/>
            <a:ext cx="44805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14,465 calls where triage did not complete, 3,384 (23.4%) ended from a dropped call or a technical issue rather than a clinical reason. </a:t>
            </a:r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volume concentrates in a small set of markets: Seattle WA (461), Wake County NC (455), Dekalb County GA (446), and Baltimore MD (364) lead.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223760" y="3383280"/>
            <a:ext cx="44805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measured across every call from the note text, not a sample. </a:t>
            </a:r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replaces the earlier sample-based 17% estimate; the two figures are different measurements and should be reconciled.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5779008"/>
            <a:ext cx="11274552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5907024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was derived:  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Nurses Notes on the 14,465 triage-not-completed calls (NMTARA 6 label). Each note scanned for disconnect and technical terms (dropped, disconnected, hung up, technical, lost call, no answer, could not reach). Full population, not a sample. Share = 3,384 / 14,465. Market split groups those flagged calls by Market Name.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the calls are uncategorized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79,671 calls, 53% of volume, in a single catch-all group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5720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3716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inside the group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BLS for NMTARA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38,343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NN 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18,428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 CCR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7,855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CARE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5,782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5,657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BLS without NMTARA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remaining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1,859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0" y="1371600"/>
            <a:ext cx="6217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79,671 calls sit in one category. </a:t>
            </a:r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mixes emergency transports, ER referrals, and virtual care under a single label. The largest single label inside it is BLS for NMTARA 0 at 38,343 calls, followed by NN ER at 18,428.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0" y="3108960"/>
            <a:ext cx="6217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these calls sit together, diversion potential, cost, and clinical pattern cannot be measured for the group. </a:t>
            </a:r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it into component outcomes is required before it can be read.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5779008"/>
            <a:ext cx="11274552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5907024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was derived:  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the code map’s residual group - every disposition that is not self-care, not an override, and not NMTARA 6 falls to Other. Population: all 150,003 calls; 79,671 land here. Label counts come from Transaction Response Names within this group.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needs a decision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4114800"/>
                <a:gridCol w="20116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 the largest call group count as an ambulance or a referral?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 the ambulance and diversion rates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+ product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escalated virtual-care calls belong on the emergency side?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Refines the diversion volume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Nurse nav clinical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the avoided cost of one diverted ED visit?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Turns 31,542 diverted calls into a dollar figure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+ payer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conditions define a front-end high-acuity screen?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Determines override routing at first 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+ product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297680"/>
            <a:ext cx="112471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require new data collection. </a:t>
            </a:r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requires agreement on a definition or a cost figure. The mobility and access driver lists (slide 5) also require nurse SME sign-off before the override split is quoted as final.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Fact: four open decisions, all resolvable through definition agreement, not new data.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front-end screen for the conditions that drive most overrides, using the top complaints and the clinical/mobility/access driver split.</a:t>
            </a:r>
            <a:endParaRPr lang="en-US" sz="13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the catch-all group into its component outcomes so the full dataset becomes readable.</a:t>
            </a:r>
            <a:endParaRPr lang="en-US" sz="13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an avoided-cost figure per diverted ED visit and apply it to the 31,542 diverted calls.</a:t>
            </a:r>
            <a:endParaRPr lang="en-US" sz="13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overrides against ambulance volume (36%) as well as against all calls (20.5%).</a:t>
            </a:r>
            <a:endParaRPr lang="en-US" sz="13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call-drop and technical failures in the four highest-volume markets: Seattle, Wake County, Dekalb County, Baltimore.</a:t>
            </a:r>
            <a:endParaRPr lang="en-US" sz="13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nurse SME review the override driver keyword lists before the split is finalized.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2026-08-27T13:47:55Z</dcterms:created>
  <dcterms:modified xsi:type="dcterms:W3CDTF">2026-08-27T13:47:55Z</dcterms:modified>
</cp:coreProperties>
</file>