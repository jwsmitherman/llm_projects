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911 Nurse Navigation Calls 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150,000 calls show about routing, diversion, and cost avoidance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 Smitherman  |  GMR  |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in one slide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navigation handled 150,000 emergency calls from April to August 2026.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callers had an ambulance sent even though triage did not call for one. These overrides are the single largest opportunity to change outcomes and cost.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calls were safely diverted away from the emergency department to self-care, urgent care, or virtual care. That volume is what a payer savings model draws on.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all calls fall into a catch-all category that today cannot be read for what it contains. Splitting it is the fastest way to unlock more insight.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behind the decisions live in nurses' free-text notes, which are complete enough to read at scale.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and the opportunity are clear. The next gains come from sharpening how calls are categorized, not from collecting more data.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calls are handled today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280160"/>
                <a:gridCol w="5577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/ 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90,905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emergency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override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sent when triage did not indicate 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at home, no transport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not completed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ended before triage finished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02336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override rate is the number to watch. It represents ambulances dispatched against a lower-acuity triage result.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ambulance volume specifically, overrides are 36% - more than a third of every ambulance sent.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are common and consequential. They are where clinical judgment, patient demand, and access barriers meet - and where routing can improve.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override opportunity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reasons a caller ended up with an ambulance despite a lower-acuity triage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217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Chief complaint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overrides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pain (adult)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 pain / swelling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Catheter / nephrostomy tube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Vomiting (adult)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 pain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Knee pain / swelling / injury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healing and infection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 problems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645920"/>
            <a:ext cx="46634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ten complaints account for roughly half of all overrides.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are chronic or ambulatory conditions rather than time-critical emergencies.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presentations where a different front-end path - urgent care, telehealth, scheduled transport - could safely divert the call.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 is the strongest, most actionable signal in the data.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list of everyday conditions drives most overrides. Screening for them at the first call is the clearest route to fewer avoidable ambulance trips.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Diversion is already avoiding ED visits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31,542 calls, 21% of all volume, were kept out of the emergency department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4389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Diverted 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Self-care at home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care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212080" y="173736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calls is a potential emergency-department visit avoided.</a:t>
            </a:r>
            <a:endParaRPr lang="en-US" sz="14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volume a payer conversation is built on: fewer ED visits, lower total cost of care, and care delivered at the right level.</a:t>
            </a:r>
            <a:endParaRPr lang="en-US" sz="14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dollar value depends on an avoided-cost figure per diverted visit, which finance and payer strategy still need to set.</a:t>
            </a:r>
            <a:endParaRPr lang="en-US" sz="14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room to grow this number by catching more low-acuity calls at the front door.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five calls is already being diverted. Attaching a validated cost-avoidance figure turns this volume into a dollar story for payers.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spot: half the calls are uncategorized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5097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79,671 calls, 53% of volume, sit in a single catch-all group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 of all calls are pooled into one undifferentiated category.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mixes very different outcomes - emergency transports, ER referrals, and virtual care - under a single label.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long as they sit together, no clear question can be answered about this group: not diversion potential, not cost, not clinical pattern.</a:t>
            </a:r>
            <a:endParaRPr lang="en-US" sz="155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this group into its real outcomes is the highest-leverage next step. It converts half the dataset from unreadable to actionable.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untapped insight is not new data - it is resolving the half of existing calls that are not yet cleanly categorized.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 decision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4114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Should the largest call group count as an ambulance or a referral?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Shifts the ambulance and diversion rates materially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escalated virtual-care calls belong on the emergency side?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Refines the diversion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Nurse nav clinical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the avoided cost of one diverted ED visit?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31,542 diverted calls into a dollar figure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payer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conditions should trigger a front-end high-acuity screen?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avoidable overrides at the first 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product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convert this analysis into action. None require new data collection - they require agreement on definitions and a cost assumption.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front-end screen for the handful of conditions that drive most overrides, routing true emergencies straight to an ambulance and everything else to nurse navigation.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catch-all group into its real outcomes so the full dataset becomes readable.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an avoided-cost figure per diverted ED visit and attach it to the 31,542 diverted calls to produce a payer-facing savings estimate.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overrides against ambulance volume, where they are 36%, so the size of the opportunity is clear.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the lowest-performing markets first, where the gap to best practice is widest.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is diversion up, avoidable overrides down, and a dollar value attached - starting with the conditions and markets that move the number most.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2026-08-26T11:27:19Z</dcterms:created>
  <dcterms:modified xsi:type="dcterms:W3CDTF">2026-08-26T11:27:19Z</dcterms:modified>
</cp:coreProperties>
</file>