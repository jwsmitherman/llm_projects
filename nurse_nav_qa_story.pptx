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911 Nurse Navigation Calls Go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150,000 calls show about routing, diversion, and cost avoidance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 Smitherman  |  GMR  |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in one slide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navigation handled 150,000 emergency calls from April to August 2026.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 five callers had an ambulance sent when triage did not indicate one. These are ambulance overrides.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 five calls were diverted from the emergency department to self-care, urgent care, or virtual care.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of all calls fall into a single catch-all category that mixes multiple outcomes.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99.3% of nurse notes contain enough text to read at scale.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150,003 calls analyzed. Override rate 20.5%, diversion rate 21%, uncategorized 53%.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calls are handled today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280160"/>
                <a:gridCol w="5577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/ 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90,905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to emergency care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override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sent when triage did not indicate 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at home, no transport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not completed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ended before triage finished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02336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override is an ambulance dispatched against a lower-acuity triage result.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are 20.5% of all calls and 36% of ambulance volume.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overrides total 30,693 calls: 20.5% of all calls, 36% of ambulance volume.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overrides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5097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chief complaints among the 30,693 override calls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217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Chief complaint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overrides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pain (adult)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 pain / swelling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Catheter / nephrostomy tube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Vomiting (adult)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 pain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Knee pain / swelling / injury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healing and infection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 problems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645920"/>
            <a:ext cx="46634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ten complaints account for 15,474 calls, roughly half of all overrides.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pain, leg pain, and catheter/nephrostomy are the three largest, totaling 7,067 calls.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BLSD and NTLSICK are non-specific codes covering 3,102 calls.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chief complaints account for roughly half of all override calls.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Diversion volume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5097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31,542 calls, 21% of all volume, were diverted from the emergency department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43891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Diverted 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Self-care at home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care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 care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212080" y="1737360"/>
            <a:ext cx="6400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Diverted calls break down as self-care 25,174, virtual care 5,782, urgent care 586.</a:t>
            </a:r>
            <a:endParaRPr lang="en-US" sz="14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represents an emergency-department visit that did not occur.</a:t>
            </a:r>
            <a:endParaRPr lang="en-US" sz="14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dollar value requires an avoided-cost figure per diverted visit, set by finance and payer strategy.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31,542 calls (21%) were diverted from the ED. A dollar value depends on an avoided-cost figure from finance.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calls are uncategorized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5097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79,671 calls, 53% of volume, sit in a single catch-all group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79,671 calls are pooled into one category.</a:t>
            </a:r>
            <a:endParaRPr lang="en-US" sz="15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mixes emergency transports, ER referrals, and virtual care under a single label.</a:t>
            </a:r>
            <a:endParaRPr lang="en-US" sz="15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single label inside it is BLS for NMTARA 0 at 38,343 calls, followed by NN ER at 18,428.</a:t>
            </a:r>
            <a:endParaRPr lang="en-US" sz="15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the group into its component outcomes is required before it can be measured.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calls sit in one category and are not yet broken into component outcomes.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needs a decision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4114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 the largest call group count as an ambulance or a referral?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the ambulance and diversion rates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+ product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escalated virtual-care calls belong on the emergency side?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Refines the diversion volume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Nurse nav clinical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the avoided cost of one diverted ED visit?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31,542 diverted calls into a dollar figure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+ payer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conditions define a front-end high-acuity screen?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Determines override routing at first call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+ product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decisions are open. None require new data - they require agreement on definitions and a cost figure.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front-end screen for the conditions that drive most overrides.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catch-all group into its component outcomes.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an avoided-cost figure per diverted ED visit and apply it to the 31,542 diverted calls.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overrides against ambulance volume (36%) as well as against all calls (20.5%).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markets by current diversion rate.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steps: front-end screen, split the catch-all group, set a cost figure, dual override reporting, sequence by market.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2026-08-26T11:40:15Z</dcterms:created>
  <dcterms:modified xsi:type="dcterms:W3CDTF">2026-08-26T11:40:15Z</dcterms:modified>
</cp:coreProperties>
</file>